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Thí nghiệm đối chứng cho thấy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giả thuyết ban đầu không đúng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đầu, kết quả thí nghiệm tưởng như đã xác nhận giả thuyết. Sau đó phát hiện thiết kế đo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có lỗi. Đo lại cho đúng thì kết quả ngược lại.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12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Thứ tự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Bối cảnh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quy trình một vòng thí nghiệm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Lỗi của máy chấm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đo được trước khi chạy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Kết quả 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hai lỗi khiến số liệu không dùng được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Nguyên nhân và đề tài tiếp theo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hướng nghiên cứu sau khi điều chỉnh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có sai, và sai theo một quy luật cố định.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Sau nhiều vòng tự học, 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dạy lại từ model gốc, chỉ bằng bài của vòng trước. Nên nếu máy chấm bỏ sót một kiểu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bài nào đó,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chỉ số dùng xuyên suốt: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480000"/>
            <a:ext cx="10831495" cy="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65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7,8% là tỉ lệ máy chấm gạch OAN bài model làm ĐÚNG (10/128 bài, kiểm tra tay) — không phải tỉ lệ model làm sai.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Trên GSM8K con số này là 0%: máy chấm ở đó không gạch oan bài nào, nên điểm đo được là năng lực thật của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 trên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Cấu hình: Qwen 0.5B, 500 đề mỗi bộ, 5 vòng, chạy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chỉ số đều tụt, khớp với giả thuyết: máy chấm gạch nhầm bài đúng, model học thiếu nên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dở đi. Nhưng model này nhỏ và mức tụt cũng ít, chưa đủ cơ sở để kết luận.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Tuần 2 chạy lại với model to gấp ba, để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Vòng 0 là model gốc chưa học gì. 69,6% trên GSM8K là năng lực thật của nó — 30,4% còn lại nó làm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sai thật, máy chấm gạch đúng. Sau 5 vòng chỉ còn 26,6%, và vì máy chấm ở GSM8K không gạch oan,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cú tụt này là tụt thật, không phải sai số đo.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54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70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điểm bất thường: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chính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Thiết kế đo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hai bộ đề bị gộp chung trong cùng một lần dạy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Không tách được hai yếu tố này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chưa chắc năng lực giảm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model chưa từng được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ở B, lỗi của máy chấm đã được sửa.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ban đầu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đúng cách thì không còn thấy tụt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Cú tụt ban đầu đến từ thiết kế đo, không phải từ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ĐỐI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nhưng kết quả không đổi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Đúng cái lỗi mà đề tài cho là nguyên nhân đã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sửa, nhưng điểm không nhúc nhích. Đây là bằng chứng mạnh nhất bác bỏ giả thuyết ban đầu.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 nên mỗi đề đáng 0,67 điểm. A và B chênh nhau nhiều nhất 0,6 điểm, tức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Đo trực tiếp: ở vòng 0 model chưa học gì, nên A và B làm ra y hệt một bộ bài. Khác nhau duy nhất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PHẠM VI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thu hẹp lại, nhưng có cơ sở vững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Đã kiểm tra bằng thí nghiệm đối chứng,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chạy lặp hai lần.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hẹp hơn mục tiêu ban đầu. Nhưng cái bẫy thiết kế ở đây khá phổ biến trong các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nghiên cứu cùng hướng, nên vẫn là đóng góp có 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BÀI HỌC RÚT 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vừa rồi chọn nhầm chỗ để tìm hiệu 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Cả hai con số dưới đây đều là số đã đo của đề tài, không phải ước lượng.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5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CÁCH VIẾT ĐÁP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100" y="2050000"/>
            <a:ext cx="2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MODEL DÙNG BAO NHIÊU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 GẠCH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THIỆT HẠI THỰC TẾ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2430000"/>
            <a:ext cx="10831495" cy="251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257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\frac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100" y="257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0100" y="2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296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\boxed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100" y="296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~10%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100" y="329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335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thập phân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0100" y="335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0100" y="368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0100" y="374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0,50  (thừa số 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100" y="374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0,7%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0100" y="40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0100" y="413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00100" y="413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4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52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\tfrac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0100" y="452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" y="52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Thiệt hại thực tế bằng tỉ lệ gạch nhân tần suất. Cách viết đã đem ra thử là \dfrac — gạch nặng nhất,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nhưng cũng hiếm nhất. Đó là ô cho hiệu ứng nhỏ nhất trong cả bảng.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870000"/>
            <a:ext cx="10831495" cy="5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985000"/>
            <a:ext cx="1035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Vùng đáng quan tâm — cách viết vừa phổ biến vừa bị gạch — thì chưa ai đo, kể cả đề tài này.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560000"/>
            <a:ext cx="10591495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8A8D96"/>
                </a:solidFill>
                <a:latin typeface="Helvetica Neue"/>
              </a:rPr>
              <a:t>Tỉ lệ gạch lấy từ phép thử ép máy chấm trên đáp án viết lại; tần suất lấy từ 4000 lời giải model sinh mỗi vòng.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 TIẾP THEO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ngưỡng: lỗi phải phổ biến tới mức nào mới gây hại?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Cách làm giữ nguyên toàn bộ vòng lặp, chỉ đổi chỗ máy chấm bị lệch. Mỗi lần chạy là một điểm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trên trục tần suất, và điểm đầu tiên thì đã có sẵn từ ba tuần qua.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500000"/>
            <a:ext cx="5190000" cy="1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0100" y="2680000"/>
            <a:ext cx="19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1 — ĐÃ CÓ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313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0100" y="313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8A8D96"/>
                </a:solidFill>
                <a:latin typeface="Georgia"/>
              </a:rPr>
              <a:t>0,55%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100" y="367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Không thấy ảnh hưởng.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Đây là kết quả ba tuần vừa rồi.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0100" y="2500000"/>
            <a:ext cx="5190000" cy="180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0100" y="2680000"/>
            <a:ext cx="19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ĐIỂM 2 — SẼ CHẠY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13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\boxed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0100" y="3130000"/>
            <a:ext cx="21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173B2"/>
                </a:solidFill>
                <a:latin typeface="Georgia"/>
              </a:rPr>
              <a:t>51%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100" y="367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Phổ biến gấp khoảng 90 lần.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lần chạy, khoảng 5 giờ GPU.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45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HAI KHẢ NĂNG, CẢ HAI ĐỀU RA KẾT QUẢ DÙNG ĐƯỢC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" y="4930000"/>
            <a:ext cx="175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tụt điểm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5400000"/>
            <a:ext cx="5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quy luật được chứng minh bằng thực nghiệm, và đề tài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có một ngưỡng cụ thể để cảnh báo người dùng.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100" y="4930000"/>
            <a:ext cx="175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vẫn không tụt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0100" y="5400000"/>
            <a:ext cx="50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lỗi máy chấm không phải thứ đáng lo trong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self-training, cũng là một kết luận rõ ràng.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" y="63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Toàn bộ code và dữ liệu cũ dùng lại được; chỉ cần thêm một tuỳ chọn cho máy chấm.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CÂU HỎI CHƯA TRẢ LỜI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Thí nghiệm kiểm chứng đang chạy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các công trình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cáo model KHÁ LÊN. Chưa giải thích được vì sao kết quả ở đây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chưa loại trừ được: model này vốn đã được tinh chỉnh rất kỹ. Dạy thêm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một lượng nhỏ có thể chỉ làm nó lệch khỏi trạng thái tốt sẵn có, bất kể dạy bằng dữ liệu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THÍ NGHIỆM PHÂN ĐỊNH: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Kết luận phải sửa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Phần code đã hoàn tất, đang chờ tới lượt GPU.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điểm cần lưu ý khi đọc kết quả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đổi cách bốc đề thi thôi là điểm vòng 0 đã lệch 4,7 điểm, lớn hơn cả hiệu ứng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các lần chạy cũ mới có 1 lần. Chưa đủ cơ sở để khẳng định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giảm số đề. Nên kết luận chỉ dựa trên so sánh A với B, vì hai lần chạy đó chỉ khác nhau đúng một biến.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quả ba tuần và hướng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Thí nghiệm đối chứng cho thấy giả thuyết ban đầu không đúng. Nguyên nhân đã xác định được: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thiết kế đo — hẹp hơn, nhưng có cơ sở vững.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Phát hiện lỗi trong thiết kế đo và sửa lại.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đo được nguyên nhân vì sao.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ĐANG CHẠY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để biết cú tụt là do tự học, hay chỉ do việc dạy thêm.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Thí nghiệm điều khiển tần suất lỗi, để tìm ngưỡng gây hại.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Cảm ơn đã theo dõi. Rất mong nhận được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