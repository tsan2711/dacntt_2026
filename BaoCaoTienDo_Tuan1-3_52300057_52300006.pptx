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480000"/>
            <a:ext cx="10831495" cy="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65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7,8% là tỉ lệ máy chấm gạch OAN bài model làm ĐÚNG (10/128 bài, kiểm tra tay) — không phải tỉ lệ model làm sai.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Trên GSM8K con số này là 0%: máy chấm ở đó không gạch oan bài nào, nên điểm đo được là năng lực thật của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Vòng 0 là model gốc chưa học gì. 69,6% trên GSM8K là năng lực thật của nó — 30,4% còn lại nó làm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sai thật, máy chấm gạch đúng. Sau 5 vòng chỉ còn 26,6%, và vì máy chấm ở GSM8K không gạch oan,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cú tụt này là tụt thật, không phải sai số đo.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54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70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BÀI HỌC RÚT 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vừa rồi chọn nhầm chỗ để tìm hiệu 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Cả hai con số dưới đây đều là số đã đo của đề tài, không phải ước lượng.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5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VIẾT ĐÁP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100" y="2050000"/>
            <a:ext cx="2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MODEL DÙNG BAO NHIÊU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 GẠCH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THIỆT HẠI THỰC TẾ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2430000"/>
            <a:ext cx="10831495" cy="251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257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\frac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100" y="257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0100" y="2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296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\boxed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100" y="296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4,4%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100" y="329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335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thập phân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100" y="335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0100" y="368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" y="374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0,50  (thừa số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100" y="374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0,7%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40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413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0100" y="413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4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52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\tfrac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0100" y="452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" y="52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Thiệt hại thực tế bằng tỉ lệ gạch nhân tần suất. Cách viết đã đem ra thử là \dfrac — gạch nặng nhất,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nhưng cũng hiếm nhất. Đó là ô cho hiệu ứng nhỏ nhất trong cả bảng.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870000"/>
            <a:ext cx="10831495" cy="5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985000"/>
            <a:ext cx="1035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Vùng đáng quan tâm — cách viết vừa phổ biến vừa bị gạch — đã tìm ra nguyên nhân và vá xong.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560000"/>
            <a:ext cx="10591495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8A8D96"/>
                </a:solidFill>
                <a:latin typeface="Helvetica Neue"/>
              </a:rPr>
              <a:t>Cột \boxed đã sửa: 8,5%/4,4% là phần lỗi thật do boxed gây ra (17/200), tách khỏi 24/200 đề gốc vốn đã không đọc được kể cả không đóng hộp (lỗi khác, đã biết từ trước).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 TIẾP THEO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ngưỡng: lỗi phải phổ biến tới mức nào mới gây hại?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Cách làm giữ nguyên toàn bộ vòng lặp, chỉ đổi chỗ máy chấm bị lệch. Mỗi lần chạy là một điểm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trên trục tần suất. Điểm đầu tiên đã có sẵn; điểm thứ hai đã tìm ra nguyên nhân và vá xong,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chỉ còn thiếu lượt chạy GPU.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1 — ĐÃ CÓ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8A8D96"/>
                </a:solidFill>
                <a:latin typeface="Georgia"/>
              </a:rPr>
              <a:t>0,55%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Không thấy ảnh hưởng.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Đây là kết quả ba tuần vừa rồi.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2 — ĐÃ VÁ, CHỜ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73B2"/>
                </a:solidFill>
                <a:latin typeface="Georgia"/>
              </a:rPr>
              <a:t>51%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Nguyên nhân: máy chấm đọc đề gốc thiếu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khi không đóng hộp. Đã vá + có test, chỉ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còn chạy — khoảng 5 giờ GPU.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45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HAI KHẢ NĂNG, CẢ HAI ĐỀU RA KẾT QUẢ DÙNG ĐƯỢC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tụt điểm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quy luật được chứng minh bằng thực nghiệm, và đề tài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có một ngưỡng cụ thể để cảnh báo người dùng.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vẫn không tụt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lỗi máy chấm không phải thứ đáng lo trong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self-training, cũng là một kết luận rõ ràng.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63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Cờ --patch-verifier-boxed đã code + có test (tests/test_verify_adapter.py); toàn bộ vòng lặp và dữ liệu cũ dùng lại nguyên, chỉ còn thiếu lượt chạy GPU.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lỗi trong thiết kế đo và sửa lại.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ĐANG CHẠY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để biết cú tụt là do tự học, hay chỉ do việc dạy thêm.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điều khiển tần suất lỗi, để tìm ngưỡng gây hại.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