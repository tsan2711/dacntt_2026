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50000"/>
          </a:xfrm>
          <a:prstGeom prst="roundRect">
            <a:avLst>
              <a:gd name="adj" fmla="val 0"/>
            </a:avLst>
          </a:prstGeom>
          <a:solidFill>
            <a:srgbClr val="9E2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100" y="118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E2B34"/>
                </a:solidFill>
                <a:latin typeface="Helvetica Neue"/>
              </a:rPr>
              <a:t>BÁO CÁO TIẾN ĐỘ  ·  TUẦN 1 ĐẾN TUẦN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1700000"/>
            <a:ext cx="10200000" cy="1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4000" b="1">
                <a:solidFill>
                  <a:srgbClr val="16161A"/>
                </a:solidFill>
                <a:latin typeface="Georgia"/>
              </a:rPr>
              <a:t>Thí nghiệm đối chứng cho thấy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4000" b="1">
                <a:solidFill>
                  <a:srgbClr val="16161A"/>
                </a:solidFill>
                <a:latin typeface="Georgia"/>
              </a:rPr>
              <a:t>giả thuyết ban đầu không đúng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3850000"/>
            <a:ext cx="92000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3F4149"/>
                </a:solidFill>
                <a:latin typeface="Helvetica Neue"/>
              </a:rPr>
              <a:t>Ba tuần đầu, kết quả thí nghiệm tưởng như đã xác nhận giả thuyết. Sau đó phát hiện thiết kế đo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3F4149"/>
                </a:solidFill>
                <a:latin typeface="Helvetica Neue"/>
              </a:rPr>
              <a:t>có lỗi. Đo lại cho đúng thì kết quả ngược lại.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00100" y="5250000"/>
            <a:ext cx="2400000" cy="0"/>
          </a:xfrm>
          <a:prstGeom prst="line">
            <a:avLst/>
          </a:prstGeom>
          <a:ln w="25400">
            <a:solidFill>
              <a:srgbClr val="9E2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00100" y="5480000"/>
            <a:ext cx="6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6161A"/>
                </a:solidFill>
                <a:latin typeface="Helvetica Neue"/>
              </a:rPr>
              <a:t>Nguyễn Tấn Sang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5820000"/>
            <a:ext cx="6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12 tháng 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NỘI DUNG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Thứ tự trình bày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217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100" y="215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Bối cảnh đề tài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00100" y="217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và quy trình một vòng thí nghiệm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00100" y="258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00100" y="273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0100" y="271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Lỗi của máy chấm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0100" y="273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đo được trước khi chạy thí nghiệm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00100" y="314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00100" y="329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0100" y="327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Kết quả tuần 1 và tuần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0100" y="329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cả hai model đều tụt điểm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00100" y="370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0100" y="385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0100" y="383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Vấn đề trong thiết kế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0100" y="385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hai lỗi khiến số liệu không dùng được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500100" y="426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00100" y="441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0100" y="439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Thí nghiệm làm lại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0100" y="441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năm lần chạy mới, kết quả ngược lại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500100" y="482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0100" y="497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0100" y="495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Nguyên nhân và đề tài tiếp theo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0100" y="497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hướng nghiên cứu sau khi điều chỉnh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ĐỀ TÀI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Cho model tự học, không cần người dạy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700000"/>
            <a:ext cx="10591495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Muốn model giải toán giỏi hơn thì bình thường phải có người soạn lời giải mẫu cho nó học.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Việc đó rất tốn công. Nên người ta nghĩ ra cách cho model tự làm bài, rồi dùng một máy chấm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tự động chọn ra bài nào nó làm đúng, lấy đúng những bài đó dạy lại cho nó. Làm đi làm lại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nhiều vòng. Cách này tên là tự học (self-training).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100" y="3300000"/>
            <a:ext cx="10831495" cy="9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0100" y="3480000"/>
            <a:ext cx="10351495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Toàn bộ cách làm này dựa trên một niềm tin: máy chấm phải chấm đúng. Nếu máy chấm sai,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model sẽ học nhầm, mà không ai biết.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45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CÂU HỎI CỦA ĐỀ TÀI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" y="487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9E2B34"/>
                </a:solidFill>
                <a:latin typeface="Georgia"/>
              </a:rPr>
              <a:t>Máy chấm có sai, và sai theo một quy luật cố định.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9E2B34"/>
                </a:solidFill>
                <a:latin typeface="Georgia"/>
              </a:rPr>
              <a:t>Sau nhiều vòng tự học, model có bị dở đi không?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MỘT VÒNG CHẠY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Ba bước, lặp lại năm lần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Làm bài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Model tự làm mỗi đề 8 lần,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ra 8 lời giải khác nhau.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Chấm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Máy chấm so đáp án cuối với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đáp án trong sách. Sai thì bỏ.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Học lại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Lấy đúng những bài vừa được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chấm đúng, dạy lại cho model.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00100" y="3800000"/>
            <a:ext cx="105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00100" y="3990000"/>
            <a:ext cx="10591495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Mỗi vòng dạy lại từ model gốc, chỉ bằng bài của vòng trước. Nên nếu máy chấm bỏ sót một kiểu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bài nào đó, vòng sau model càng ít gặp kiểu bài đó. Vòng sau nữa lại càng ít hơn.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0100" y="4950000"/>
            <a:ext cx="10831495" cy="14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100" y="5180000"/>
            <a:ext cx="10351495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Hai chỉ số dùng xuyên suốt: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pass@1  —  cho model làm 1 lần, đúng bao nhiêu phần trăm số đề.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pass@8  —  cho làm 8 lần, chỉ cần 1 lần đúng là tính đúng. Đo xem model còn giải nổi bài không.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MÁY CHẤM SAI Ở ĐÂU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Cùng một đáp án, viết khác kiểu là bị gạch</a:t>
            </a:r>
          </a:p>
        </p:txBody>
      </p:sp>
      <p:pic>
        <p:nvPicPr>
          <p:cNvPr id="5" name="Picture 4" descr="deck_verifier_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847" y="1780000"/>
            <a:ext cx="9900000" cy="26517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465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Máy chấm không đọc cách giải. Nó chỉ lấy đáp án cuối rồi so chữ với đáp án trong sách.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Hai cách viết trên cho ra cùng một phân số, nhưng nó chỉ nhận một cách.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0100" y="5550000"/>
            <a:ext cx="10831495" cy="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100" y="5740000"/>
            <a:ext cx="1035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6161A"/>
                </a:solidFill>
                <a:latin typeface="Helvetica Neue"/>
              </a:rPr>
              <a:t>Kiểm tra tay 128 bài làm đúng trên MATH-500: máy gạch nhầm 10 bài, tức 7,8%. Trên GSM8K không gạch nhầm bài nào.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TUẦN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Lần chạy đầu tiên trên model nhỏ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700000"/>
            <a:ext cx="10591495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Cấu hình: Qwen 0.5B, 500 đề mỗi bộ, 5 vòng, chạy trên GPU của Kaggle.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" y="2250000"/>
            <a:ext cx="5190000" cy="15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100" y="2420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A8D96"/>
                </a:solidFill>
                <a:latin typeface="Helvetica Neue"/>
              </a:rPr>
              <a:t>pass@1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100" y="278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61A"/>
                </a:solidFill>
                <a:latin typeface="Georgia"/>
              </a:rPr>
              <a:t>31,1%  →  27,4%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100" y="3400000"/>
            <a:ext cx="4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làm 1 lần đúng, sau 5 vòng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100" y="2250000"/>
            <a:ext cx="5190000" cy="15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0100" y="2420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A8D96"/>
                </a:solidFill>
                <a:latin typeface="Helvetica Neue"/>
              </a:rPr>
              <a:t>pass@8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0100" y="278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61A"/>
                </a:solidFill>
                <a:latin typeface="Georgia"/>
              </a:rPr>
              <a:t>60,5%  →  54,9%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0100" y="3400000"/>
            <a:ext cx="4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cho làm 8 lần, sau 5 vòng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" y="4000000"/>
            <a:ext cx="10591495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Cả hai chỉ số đều tụt, khớp với giả thuyết: máy chấm gạch nhầm bài đúng, model học thiếu nên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dở đi. Nhưng model này nhỏ và mức tụt cũng ít, chưa đủ cơ sở để kết luận.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0100" y="5050000"/>
            <a:ext cx="10831495" cy="62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0100" y="5240000"/>
            <a:ext cx="1035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Tuần 2 chạy lại với model to gấp ba, để xem hiện tượng có rõ hơn không.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TUẦN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Model to gấp ba, tụt mạnh hơn hẳn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950000"/>
            <a:ext cx="31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ĐO TRÊN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00100" y="1950000"/>
            <a:ext cx="22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PASS@1  VÒNG 0 →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100" y="1950000"/>
            <a:ext cx="22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PASS@8  VÒNG 0 →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0100" y="1950000"/>
            <a:ext cx="2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TỤT BAO NHIÊU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100" y="2330000"/>
            <a:ext cx="10831495" cy="189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247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Qwen 0.5B  (tuần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00100" y="247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31,1% → 27,4%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100" y="247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60,5% → 54,9%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0100" y="247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5,6 điểm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0100" y="284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00100" y="290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Qwen 1.5B  (tuần 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0100" y="29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50,0% → 18,6%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100" y="29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72,6% → 48,6%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0100" y="290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24,0 điểm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100" y="327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0100" y="333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1.5B, riêng bộ GSM8K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0100" y="333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69,6% → 26,6%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100" y="333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91,4% → 65,8%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0100" y="333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25,6 điểm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0100" y="370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0100" y="376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1.5B, riêng bộ MATH-500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0100" y="37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30,4% → 10,6%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100" y="37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53,8% → 31,4%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0100" y="376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22,4 điểm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520000"/>
            <a:ext cx="10591495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Model 1.5B tụt rất sâu, vòng nào cũng tụt, không vòng nào gượng lại. Đến đây giả thuyết ban đầu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gần như đã được xác nhận.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0100" y="5220000"/>
            <a:ext cx="10831495" cy="830000"/>
          </a:xfrm>
          <a:prstGeom prst="roundRect">
            <a:avLst>
              <a:gd name="adj" fmla="val 4000"/>
            </a:avLst>
          </a:prstGeom>
          <a:solidFill>
            <a:srgbClr val="FD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0100" y="5380000"/>
            <a:ext cx="10351495" cy="4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Nhưng có một điểm bất thường: GSM8K lại tụt nhiều nhất.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Mà GSM8K chính là bộ máy chấm gần như không gạch nhầm bài nào.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VẤN ĐỀ TRONG THIẾT KẾ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Thiết kế đo có hai lỗi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2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9E2B34"/>
                </a:solidFill>
                <a:latin typeface="Helvetica Neue"/>
              </a:rPr>
              <a:t>LỖI 1 — hai bộ đề bị gộp chung trong cùng một lần dạy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000000"/>
            <a:ext cx="31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TỈ LỆ BÀI ĐEM ĐI DẠY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VÒNG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0100" y="2380000"/>
            <a:ext cx="10831495" cy="137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" y="25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Số bài giữ được — GSM8K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2725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2551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2356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1837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1100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100" y="286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0100" y="29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Số bài giữ được — MATH-500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1237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1179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1039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800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466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60100" y="326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00100" y="33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GSM8K chiếm bao nhiêu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68,8%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68,4%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69,4%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69,7%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70,2%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" y="4030000"/>
            <a:ext cx="10591495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Gần 70% bài đem đi dạy là của GSM8K. Nên điểm của MATH-500 thật ra bị ảnh hưởng bởi chuyện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xảy ra bên GSM8K. Không tách được hai yếu tố này ra khỏi nhau.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0100" y="4790000"/>
            <a:ext cx="10831495" cy="880000"/>
          </a:xfrm>
          <a:prstGeom prst="roundRect">
            <a:avLst>
              <a:gd name="adj" fmla="val 4000"/>
            </a:avLst>
          </a:prstGeom>
          <a:solidFill>
            <a:srgbClr val="FD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0100" y="4930000"/>
            <a:ext cx="10351495" cy="6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LỖI 2 — chấm điểm trên chính những đề đã dùng để chọn bài dạy.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Nên điểm tụt có thể chỉ là model quên bài cũ, chứ chưa chắc năng lực giảm thật.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THÍ NGHIỆM LÀM LẠI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Năm lần chạy mới, sửa cả hai lỗi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520000"/>
            <a:ext cx="10591495" cy="4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Mỗi lần chỉ chạy một bộ đề. Giữ riêng 30% số đề làm đề thi, model chưa từng được học.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150000"/>
            <a:ext cx="2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LẦN CHẠY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0100" y="2150000"/>
            <a:ext cx="23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BỘ ĐỀ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100" y="2150000"/>
            <a:ext cx="23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MÁY CHẤM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0100" y="215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00100" y="2150000"/>
            <a:ext cx="1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GPU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100" y="2530000"/>
            <a:ext cx="10831495" cy="23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" y="267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0100" y="267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MATH-500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0100" y="267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0100" y="267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0100" y="267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 giờ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0100" y="304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00100" y="310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A  chạy lại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0100" y="310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MATH-500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00100" y="310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0100" y="310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00100" y="310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 giờ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0100" y="347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00100" y="353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0100" y="353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MATH-500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0100" y="353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ĐÃ SỬA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0100" y="353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00100" y="353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~5 giờ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0100" y="390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00100" y="396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B  chạy lại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0100" y="396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MATH-500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00100" y="396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ĐÃ SỬA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0100" y="396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00100" y="396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~5 giờ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60100" y="433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0100" y="439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0100" y="439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GSM8K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00100" y="439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0100" y="439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00100" y="439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~5,5 giờ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0100" y="5150000"/>
            <a:ext cx="10831495" cy="78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0100" y="5310000"/>
            <a:ext cx="10351495" cy="5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A và B giống hệt nhau, chỉ khác đúng một chỗ: ở B, lỗi của máy chấm đã được sửa.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Nếu giả thuyết ban đầu đúng thì B phải khá hơn A rõ rệt.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" y="635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D96"/>
                </a:solidFill>
                <a:latin typeface="Helvetica Neue"/>
              </a:rPr>
              <a:t>Tổng khoảng 25 giờ GPU, chia nhiều phiên vì Kaggle giới hạn 12 tiếng một lần.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KẾT QUẢ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Đo đúng cách thì không còn thấy tụt</a:t>
            </a:r>
          </a:p>
        </p:txBody>
      </p:sp>
      <p:pic>
        <p:nvPicPr>
          <p:cNvPr id="5" name="Picture 4" descr="deck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847" y="1720000"/>
            <a:ext cx="9300000" cy="39481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5830000"/>
            <a:ext cx="10591495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Hai đường cam là cách đo cũ, tụt 22 đến 26 điểm. Ba đường còn lại là cách đo mới, gần như nằm ngang.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Cú tụt ban đầu đến từ thiết kế đo, không phải từ máy chấm.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THÍ NGHIỆM ĐỐI CHỨNG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Sửa máy chấm nhưng kết quả không đổi</a:t>
            </a:r>
          </a:p>
        </p:txBody>
      </p:sp>
      <p:pic>
        <p:nvPicPr>
          <p:cNvPr id="5" name="Picture 4" descr="deck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847" y="1720000"/>
            <a:ext cx="9300000" cy="37726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566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Hai đường nằm chồng lên nhau ở cả hai lần chạy. Đúng cái lỗi mà đề tài cho là nguyên nhân đã được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sửa, nhưng điểm không nhúc nhích. Đây là bằng chứng mạnh nhất bác bỏ giả thuyết ban đầu.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64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D96"/>
                </a:solidFill>
                <a:latin typeface="Helvetica Neue"/>
              </a:rPr>
              <a:t>Đề thi có 150 đề nên mỗi đề đáng 0,67 điểm. A và B chênh nhau nhiều nhất 0,6 điểm, tức đúng một đề.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E88A92"/>
                </a:solidFill>
                <a:latin typeface="Helvetica Neue"/>
              </a:rPr>
              <a:t>VÌ SAO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83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Georgia"/>
              </a:rPr>
              <a:t>Lỗi đó nặng thật, nhưng rất hiếm khi xảy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gặp cách viết đó là máy chấm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gạch, không trượt lần nào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80100" y="2300000"/>
            <a:ext cx="3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5A5C66"/>
                </a:solidFill>
                <a:latin typeface="Helvetica Neue"/>
              </a:rPr>
              <a:t>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0,55%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nhưng trong 4000 bài model làm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mỗi vòng, chỉ 22 bài viết kiểu đó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0100" y="2300000"/>
            <a:ext cx="3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5A5C66"/>
                </a:solidFill>
                <a:latin typeface="Helvetica Neue"/>
              </a:rPr>
              <a:t>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C94D"/>
                </a:solidFill>
                <a:latin typeface="Georgia"/>
              </a:rPr>
              <a:t>0,55%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nhân lại, đó là phần bài bị gạch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oan. Quá ít để làm tụt 20 điểm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00100" y="4350000"/>
            <a:ext cx="10591495" cy="0"/>
          </a:xfrm>
          <a:prstGeom prst="line">
            <a:avLst/>
          </a:prstGeom>
          <a:ln w="9525">
            <a:solidFill>
              <a:srgbClr val="3334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00100" y="4600000"/>
            <a:ext cx="10591495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D6D7DC"/>
                </a:solidFill>
                <a:latin typeface="Helvetica Neue"/>
              </a:rPr>
              <a:t>Đo trực tiếp: ở vòng 0 model chưa học gì, nên A và B làm ra y hệt một bộ bài. Khác nhau duy nhất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D6D7DC"/>
                </a:solidFill>
                <a:latin typeface="Helvetica Neue"/>
              </a:rPr>
              <a:t>là máy chấm nào chấm. Sửa máy chấm xong, kết quả đổi đúng 1 đề trên 150 đề.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5750000"/>
            <a:ext cx="10591495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C94D"/>
                </a:solidFill>
                <a:latin typeface="Helvetica Neue"/>
              </a:rPr>
              <a:t>Bài học: một lỗi nặng tới đâu cũng chỉ hại được đúng bằng số lần nó thật sự xảy 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PHẠM VI ĐỀ TÀI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Kết luận thu hẹp lại, nhưng có cơ sở vững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1950000"/>
            <a:ext cx="5100000" cy="31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20100" y="2150000"/>
            <a:ext cx="1200000" cy="300000"/>
          </a:xfrm>
          <a:prstGeom prst="roundRect">
            <a:avLst>
              <a:gd name="adj" fmla="val 50000"/>
            </a:avLst>
          </a:prstGeom>
          <a:solidFill>
            <a:srgbClr val="8A8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ĐÃ BỎ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0100" y="2650000"/>
            <a:ext cx="47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“Máy chấm gạch nhầm theo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một kiểu cố định sẽ làm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model dở đi qua từng vòng.”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0100" y="3950000"/>
            <a:ext cx="47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Đã kiểm tra bằng thí nghiệm đối chứng,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chạy lặp hai lần. Không đúng.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0100" y="1950000"/>
            <a:ext cx="5310000" cy="312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40100" y="2150000"/>
            <a:ext cx="1300000" cy="300000"/>
          </a:xfrm>
          <a:prstGeom prst="roundRect">
            <a:avLst>
              <a:gd name="adj" fmla="val 50000"/>
            </a:avLst>
          </a:prstGeom>
          <a:solidFill>
            <a:srgbClr val="017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GIỮ LẠI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0100" y="2650000"/>
            <a:ext cx="48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“Gộp nhiều bộ đề dạy chung,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rồi chấm trên chính đề đã học,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sẽ tạo ra cú tụt giả.”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0100" y="3950000"/>
            <a:ext cx="48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Kèm một lưu ý cho người sau: muốn biết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một lỗi máy chấm có hại không thì phải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đếm xem nó xảy ra bao nhiêu lần.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533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Kết luận này hẹp hơn mục tiêu ban đầu. Nhưng cái bẫy thiết kế ở đây khá phổ biến trong các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nghiên cứu cùng hướng, nên vẫn là đóng góp có ích.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BÀI HỌC RÚT 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Lần vừa rồi chọn nhầm chỗ để tìm hiệu ứng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00000"/>
            <a:ext cx="10591495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Cả hai con số dưới đây đều là số đã đo của đề tài, không phải ước lượng.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050000"/>
            <a:ext cx="3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CÁCH VIẾT ĐÁP 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100" y="2050000"/>
            <a:ext cx="2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MODEL DÙNG BAO NHIÊU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0100" y="2050000"/>
            <a:ext cx="2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MÁY CHẤM GẠCH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00100" y="2050000"/>
            <a:ext cx="2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THIỆT HẠI THỰC TẾ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0100" y="2430000"/>
            <a:ext cx="10831495" cy="251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" y="257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\frac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0100" y="257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55,8%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0100" y="257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00" y="257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0100" y="290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00100" y="296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\boxed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100" y="296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51,5%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0100" y="296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~20%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0100" y="296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~10%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0100" y="329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00100" y="335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số thập phân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00100" y="335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11,6%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0100" y="335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thấp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00100" y="335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thấp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0100" y="368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00100" y="374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0,50  (thừa số 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0100" y="374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0100" y="374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59%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00100" y="374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0,7%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60100" y="407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00100" y="413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\dfrac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00100" y="413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0,55%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0100" y="413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100%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0100" y="413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0,55%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60100" y="446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0100" y="452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\tfrac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00100" y="452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00100" y="452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00100" y="452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" y="520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Thiệt hại thực tế bằng tỉ lệ gạch nhân tần suất. Cách viết đã đem ra thử là \dfrac — gạch nặng nhất,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nhưng cũng hiếm nhất. Đó là ô cho hiệu ứng nhỏ nhất trong cả bảng.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0100" y="5870000"/>
            <a:ext cx="10831495" cy="56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0100" y="5985000"/>
            <a:ext cx="10351495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Vùng đáng quan tâm — cách viết vừa phổ biến vừa bị gạch — thì chưa ai đo, kể cả đề tài này.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" y="6560000"/>
            <a:ext cx="10591495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8A8D96"/>
                </a:solidFill>
                <a:latin typeface="Helvetica Neue"/>
              </a:rPr>
              <a:t>Tỉ lệ gạch lấy từ phép thử ép máy chấm trên đáp án viết lại; tần suất lấy từ 4000 lời giải model sinh mỗi vòng.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ĐỀ TÀI TIẾP THEO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Đo ngưỡng: lỗi phải phổ biến tới mức nào mới gây hại?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0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Cách làm giữ nguyên toàn bộ vòng lặp, chỉ đổi chỗ máy chấm bị lệch. Mỗi lần chạy là một điểm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trên trục tần suất, và điểm đầu tiên thì đã có sẵn từ ba tuần qua.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" y="2500000"/>
            <a:ext cx="5190000" cy="18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60100" y="2680000"/>
            <a:ext cx="1900000" cy="300000"/>
          </a:xfrm>
          <a:prstGeom prst="roundRect">
            <a:avLst>
              <a:gd name="adj" fmla="val 50000"/>
            </a:avLst>
          </a:prstGeom>
          <a:solidFill>
            <a:srgbClr val="8A8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ĐIỂM 1 — ĐÃ CÓ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100" y="3130000"/>
            <a:ext cx="24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6161A"/>
                </a:solidFill>
                <a:latin typeface="Helvetica Neue"/>
              </a:rPr>
              <a:t>\dfrac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0100" y="3130000"/>
            <a:ext cx="21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8A8D96"/>
                </a:solidFill>
                <a:latin typeface="Georgia"/>
              </a:rPr>
              <a:t>0,55%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100" y="367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Không thấy ảnh hưởng.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Đây là kết quả ba tuần vừa rồi.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0100" y="2500000"/>
            <a:ext cx="5190000" cy="180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60100" y="2680000"/>
            <a:ext cx="1900000" cy="300000"/>
          </a:xfrm>
          <a:prstGeom prst="roundRect">
            <a:avLst>
              <a:gd name="adj" fmla="val 50000"/>
            </a:avLst>
          </a:prstGeom>
          <a:solidFill>
            <a:srgbClr val="017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ĐIỂM 2 — SẼ CHẠY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0100" y="3130000"/>
            <a:ext cx="24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6161A"/>
                </a:solidFill>
                <a:latin typeface="Helvetica Neue"/>
              </a:rPr>
              <a:t>\boxed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00100" y="3130000"/>
            <a:ext cx="21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173B2"/>
                </a:solidFill>
                <a:latin typeface="Georgia"/>
              </a:rPr>
              <a:t>51%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0100" y="367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Phổ biến gấp khoảng 90 lần.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Một lần chạy, khoảng 5 giờ GPU.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" y="452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HAI KHẢ NĂNG, CẢ HAI ĐỀU RA KẾT QUẢ DÙNG ĐƯỢC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" y="4930000"/>
            <a:ext cx="1750000" cy="310000"/>
          </a:xfrm>
          <a:prstGeom prst="roundRect">
            <a:avLst>
              <a:gd name="adj" fmla="val 50000"/>
            </a:avLst>
          </a:prstGeom>
          <a:solidFill>
            <a:srgbClr val="02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tụt điểm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" y="5400000"/>
            <a:ext cx="50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quy luật được chứng minh bằng thực nghiệm, và đề tài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có một ngưỡng cụ thể để cảnh báo người dùng.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0100" y="4930000"/>
            <a:ext cx="1750000" cy="310000"/>
          </a:xfrm>
          <a:prstGeom prst="roundRect">
            <a:avLst>
              <a:gd name="adj" fmla="val 50000"/>
            </a:avLst>
          </a:prstGeom>
          <a:solidFill>
            <a:srgbClr val="B8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vẫn không tụt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0100" y="5400000"/>
            <a:ext cx="50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thì lỗi máy chấm không phải thứ đáng lo trong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self-training, cũng là một kết luận rõ ràng.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" y="63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8D96"/>
                </a:solidFill>
                <a:latin typeface="Helvetica Neue"/>
              </a:rPr>
              <a:t>Toàn bộ code và dữ liệu cũ dùng lại được; chỉ cần thêm một tuỳ chọn cho máy chấm.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CÂU HỎI CHƯA TRẢ LỜI ĐƯỢC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Thí nghiệm kiểm chứng đang chạy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2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Helvetica Neue"/>
              </a:rPr>
              <a:t>Cả 7 lần chạy, điểm đều tụt khoảng 3 điểm ngay ở vòng 1 rồi đứng yên. Nhưng các công trình lớn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Helvetica Neue"/>
              </a:rPr>
              <a:t>về tự học đều báo cáo model KHÁ LÊN. Chưa giải thích được vì sao kết quả ở đây ngược lại.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100" y="2550000"/>
            <a:ext cx="10831495" cy="9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0100" y="2720000"/>
            <a:ext cx="10351495" cy="6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Có một khả năng đơn giản chưa loại trừ được: model này vốn đã được tinh chỉnh rất kỹ. Dạy thêm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một lượng nhỏ có thể chỉ làm nó lệch khỏi trạng thái tốt sẵn có, bất kể dạy bằng dữ liệu gì.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372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THÍ NGHIỆM PHÂN ĐỊNH: dạy bằng lời giải mẫu của sách, thay vì bài model tự làm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" y="4180000"/>
            <a:ext cx="5190000" cy="13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40100" y="4360000"/>
            <a:ext cx="1500000" cy="310000"/>
          </a:xfrm>
          <a:prstGeom prst="roundRect">
            <a:avLst>
              <a:gd name="adj" fmla="val 50000"/>
            </a:avLst>
          </a:prstGeom>
          <a:solidFill>
            <a:srgbClr val="02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khá lên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100" y="4830000"/>
            <a:ext cx="47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thì vòng lặp không sao, và cái hại đúng là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do model học từ bài của chính nó.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0100" y="4180000"/>
            <a:ext cx="5190000" cy="13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40100" y="4360000"/>
            <a:ext cx="1500000" cy="310000"/>
          </a:xfrm>
          <a:prstGeom prst="roundRect">
            <a:avLst>
              <a:gd name="adj" fmla="val 50000"/>
            </a:avLst>
          </a:prstGeom>
          <a:solidFill>
            <a:srgbClr val="B8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cũng tụt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0100" y="4830000"/>
            <a:ext cx="47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thì cú tụt là do việc dạy thêm, không liên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quan tự học. Kết luận phải sửa lần nữa.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58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8D96"/>
                </a:solidFill>
                <a:latin typeface="Helvetica Neue"/>
              </a:rPr>
              <a:t>Phần code đã hoàn tất, đang chờ tới lượt GPU.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HẠN CHẾ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Ba điểm cần lưu ý khi đọc kết quả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200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0100" y="220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0100" y="219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Đề thi chỉ có 150 đề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0100" y="260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Mỗi đề đáng 0,67 điểm. Chỉ đổi cách bốc đề thi thôi là điểm vòng 0 đã lệch 4,7 điểm, lớn hơn cả hiệu ứng đang đo.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100" y="333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0100" y="353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0100" y="352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Mỗi cấu hình mới chạy 2 lần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0100" y="393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Riêng lần chạy C và các lần chạy cũ mới có 1 lần. Chưa đủ cơ sở để khẳng định về cú tụt 12,7 điểm của GSM8K.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0100" y="466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100" y="486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0100" y="485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Lần chạy mới khác lần cũ ba chỗ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0100" y="526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Bỏ gộp bộ đề, thêm đề thi riêng, giảm số đề. Nên kết luận chỉ dựa trên so sánh A với B, vì hai lần chạy đó chỉ khác nhau đúng một biến.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TÓM TẮT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Kết quả ba tuần và hướng tiếp theo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1900000"/>
            <a:ext cx="10831495" cy="146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0100" y="2100000"/>
            <a:ext cx="10351495" cy="11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Thí nghiệm đối chứng cho thấy giả thuyết ban đầu không đúng. Nguyên nhân đã xác định được: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lỗi của máy chấm tuy nặng nhưng chỉ xảy ra ở 0,55% số bài.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Đề tài chuyển sang cảnh báo về thiết kế đo — hẹp hơn, nhưng có cơ sở vững.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356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ĐÃ LÀM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0100" y="354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7 lần chạy, khoảng 40 giờ GPU. Phát hiện lỗi trong thiết kế đo và sửa lại.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" y="413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KẾT QUẢ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0100" y="411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Giả thuyết ban đầu không đúng, và đo được nguyên nhân vì sao.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470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ĐANG CHẠY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0100" y="468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Thí nghiệm để biết cú tụt là do tự học, hay chỉ do việc dạy thêm.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527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SẮP TỚI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0100" y="525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Thí nghiệm điều khiển tần suất lỗi, để tìm ngưỡng gây hại.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100" y="5900000"/>
            <a:ext cx="105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00100" y="61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8A8D96"/>
                </a:solidFill>
                <a:latin typeface="Helvetica Neue"/>
              </a:rPr>
              <a:t>Cảm ơn đã theo dõi. Rất mong nhận được góp ý.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