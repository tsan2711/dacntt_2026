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50000"/>
          </a:xfrm>
          <a:prstGeom prst="roundRect">
            <a:avLst>
              <a:gd name="adj" fmla="val 0"/>
            </a:avLst>
          </a:prstGeom>
          <a:solidFill>
            <a:srgbClr val="9E2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118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E2B34"/>
                </a:solidFill>
                <a:latin typeface="Helvetica Neue"/>
              </a:rPr>
              <a:t>BÁO CÁO TIẾN ĐỘ  ·  TUẦN 1 ĐẾN TUẦN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700000"/>
            <a:ext cx="1020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Thí nghiệm đối chứng cho thấy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giả thuyết ban đầu không đúng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850000"/>
            <a:ext cx="92000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Ba tuần đầu, kết quả thí nghiệm tưởng như đã xác nhận giả thuyết. Sau đó phát hiện thiết kế đo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có lỗi. Đo lại cho đúng thì kết quả ngược lại.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00100" y="5250000"/>
            <a:ext cx="2400000" cy="0"/>
          </a:xfrm>
          <a:prstGeom prst="line">
            <a:avLst/>
          </a:prstGeom>
          <a:ln w="25400">
            <a:solidFill>
              <a:srgbClr val="9E2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00100" y="548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6161A"/>
                </a:solidFill>
                <a:latin typeface="Helvetica Neue"/>
              </a:rPr>
              <a:t>Nguyễn Tấn Sang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582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12 tháng 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NỘI DUNG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Thứ tự trình bày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100" y="21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Bối cảnh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0100" y="21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và quy trình một vòng thí nghiệm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00100" y="258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00100" y="273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0100" y="271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Lỗi của máy chấm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0100" y="273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đo được trước khi chạy thí nghiệm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00100" y="314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0100" y="329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0100" y="327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Kết quả tuần 1 và tuần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0100" y="329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cả hai model đều tụt điểm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00100" y="370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0100" y="385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0100" y="383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100" y="385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hai lỗi khiến số liệu không dùng được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00100" y="426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0100" y="441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0100" y="439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0100" y="441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năm lần chạy mới, kết quả ngược lại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00100" y="482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49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0100" y="49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Nguyên nhân và đề tài tiếp theo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0100" y="49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hướng nghiên cứu sau khi điều chỉnh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Cho model tự học, không cần người dạy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Muốn model giải toán giỏi hơn thì bình thường phải có người soạn lời giải mẫu cho nó học.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Việc đó rất tốn công. Nên người ta nghĩ ra cách cho model tự làm bài, rồi dùng một máy chấm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tự động chọn ra bài nào nó làm đúng, lấy đúng những bài đó dạy lại cho nó. Làm đi làm lại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nhiều vòng. Cách này tên là tự học (self-training).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330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3480000"/>
            <a:ext cx="1035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Toàn bộ cách làm này dựa trên một niềm tin: máy chấm phải chấm đúng. Nếu máy chấm sai,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model sẽ học nhầm, mà không ai biết.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45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CÂU HỎI CỦA ĐỀ TÀI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87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Máy chấm có sai, và sai theo một quy luật cố định.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Sau nhiều vòng tự học, model có bị dở đi không?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MỘT VÒNG CHẠY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bước, lặp lại năm lần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Làm bài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Model tự làm mỗi đề 8 lần,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ra 8 lời giải khác nhau.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Chấm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Máy chấm so đáp án cuối với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đáp án trong sách. Sai thì bỏ.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Học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Lấy đúng những bài vừa được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chấm đúng, dạy lại cho model.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" y="38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99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Mỗi vòng dạy lại từ model gốc, chỉ bằng bài của vòng trước. Nên nếu máy chấm bỏ sót một kiểu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bài nào đó, vòng sau model càng ít gặp kiểu bài đó. Vòng sau nữa lại càng ít hơn.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100" y="4950000"/>
            <a:ext cx="10831495" cy="14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100" y="5180000"/>
            <a:ext cx="10351495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Hai chỉ số dùng xuyên suốt: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pass@1  —  cho model làm 1 lần, đúng bao nhiêu phần trăm số đề.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pass@8  —  cho làm 8 lần, chỉ cần 1 lần đúng là tính đúng. Đo xem model còn giải nổi bài không.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MÁY CHẤM SAI Ở ĐÂU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Cùng một đáp án, viết khác kiểu là bị gạch</a:t>
            </a:r>
          </a:p>
        </p:txBody>
      </p:sp>
      <p:pic>
        <p:nvPicPr>
          <p:cNvPr id="5" name="Picture 4" descr="deck_verifier_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847" y="1780000"/>
            <a:ext cx="9900000" cy="26517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465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Máy chấm không đọc cách giải. Nó chỉ lấy đáp án cuối rồi so chữ với đáp án trong sách.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Hai cách viết trên cho ra cùng một phân số, nhưng nó chỉ nhận một cách.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0100" y="5550000"/>
            <a:ext cx="10831495" cy="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100" y="57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Kiểm tra tay 128 bài làm đúng trên MATH-500: máy gạch nhầm 10 bài, tức 7,8%. Trên GSM8K không gạch nhầm bài nào.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Lần chạy đầu tiên trên model nhỏ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Cấu hình: Qwen 0.5B, 500 đề mỗi bộ, 5 vòng, chạy trên GPU của Kaggle.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31,1%  →  27,4%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làm 1 lần đúng, sau 5 vòng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60,5%  → 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cho làm 8 lần, sau 5 vòng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00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Cả hai chỉ số đều tụt, khớp với giả thuyết: máy chấm gạch nhầm bài đúng, model học thiếu nên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dở đi. Nhưng model này nhỏ và mức tụt cũng ít, chưa đủ cơ sở để kết luận.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100" y="5050000"/>
            <a:ext cx="10831495" cy="6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100" y="52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Tuần 2 chạy lại với model to gấp ba, để xem hiện tượng có rõ hơn không.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Model to gấp ba, tụt mạnh hơn hẳn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95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ĐO TRÊN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PASS@1  VÒNG 0 →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PASS@8  VÒNG 0 →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0100" y="1950000"/>
            <a:ext cx="2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TỤT BAO NHIÊU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2330000"/>
            <a:ext cx="10831495" cy="189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247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Qwen 0.5B  (tuần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31,1% → 27,4%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60,5% →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0100" y="247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5,6 điểm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100" y="28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0100" y="290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Qwen 1.5B  (tuần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50,0% → 18,6%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72,6% → 48,6%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0100" y="290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24,0 điểm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32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333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GSM8K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69,6% → 26,6%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91,4% → 65,8%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0100" y="333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25,6 điểm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0100" y="37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376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30,4% → 10,6%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53,8% → 31,4%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0100" y="376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22,4 điểm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52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Model 1.5B tụt rất sâu, vòng nào cũng tụt, không vòng nào gượng lại. Đến đây giả thuyết ban đầu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gần như đã được xác nhận.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0100" y="5220000"/>
            <a:ext cx="10831495" cy="83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0100" y="5380000"/>
            <a:ext cx="10351495" cy="4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Nhưng có một điểm bất thường: GSM8K lại tụt nhiều nhất.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Mà GSM8K chính là bộ máy chấm gần như không gạch nhầm bài nào.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Thiết kế đo có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9E2B34"/>
                </a:solidFill>
                <a:latin typeface="Helvetica Neue"/>
              </a:rPr>
              <a:t>LỖI 1 — hai bộ đề bị gộp chung trong cùng một lần dạy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00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TỈ LỆ BÀI ĐEM ĐI DẠY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VÒNG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0100" y="2380000"/>
            <a:ext cx="10831495" cy="137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" y="25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GSM8K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2725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2551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2356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1837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28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29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MATH-500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1237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1039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466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0100" y="32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00100" y="33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GSM8K chiếm bao nhiêu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70,2%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" y="4030000"/>
            <a:ext cx="1059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Gần 70% bài đem đi dạy là của GSM8K. Nên điểm của MATH-500 thật ra bị ảnh hưởng bởi chuyện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xảy ra bên GSM8K. Không tách được hai yếu tố này ra khỏi nhau.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0100" y="4790000"/>
            <a:ext cx="10831495" cy="88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0100" y="493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LỖI 2 — chấm điểm trên chính những đề đã dùng để chọn bài dạy.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Nên điểm tụt có thể chỉ là model quên bài cũ, chứ chưa chắc năng lực giảm thật.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Năm lần chạy mới, sửa cả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20000"/>
            <a:ext cx="10591495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Mỗi lần chỉ chạy một bộ đề. Giữ riêng 30% số đề làm đề thi, model chưa từng được học.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150000"/>
            <a:ext cx="2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LẦN CHẠY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BỘ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MÁY CHẤM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0100" y="215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00100" y="215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GPU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100" y="2530000"/>
            <a:ext cx="10831495" cy="23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" y="267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0100" y="267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0100" y="267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100" y="30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10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  chạy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0100" y="310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00100" y="310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0100" y="34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0100" y="353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0100" y="353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0100" y="353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0100" y="39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0100" y="396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  chạy lại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0100" y="396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00100" y="396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100" y="433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0100" y="439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GSM8K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0100" y="439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0100" y="439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~5,5 giờ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100" y="5150000"/>
            <a:ext cx="10831495" cy="78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100" y="5310000"/>
            <a:ext cx="10351495" cy="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A và B giống hệt nhau, chỉ khác đúng một chỗ: ở B, lỗi của máy chấm đã được sửa.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Nếu giả thuyết ban đầu đúng thì B phải khá hơn A rõ rệt.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635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Tổng khoảng 25 giờ GPU, chia nhiều phiên vì Kaggle giới hạn 12 tiếng một lần.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Đo đúng cách thì không còn thấy tụt</a:t>
            </a:r>
          </a:p>
        </p:txBody>
      </p:sp>
      <p:pic>
        <p:nvPicPr>
          <p:cNvPr id="5" name="Picture 4" descr="deck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9481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83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cam là cách đo cũ, tụt 22 đến 26 điểm. Ba đường còn lại là cách đo mới, gần như nằm ngang.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Cú tụt ban đầu đến từ thiết kế đo, không phải từ máy chấm.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ĐỐI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Sửa máy chấm nhưng kết quả không đổi</a:t>
            </a:r>
          </a:p>
        </p:txBody>
      </p:sp>
      <p:pic>
        <p:nvPicPr>
          <p:cNvPr id="5" name="Picture 4" descr="deck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772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66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nằm chồng lên nhau ở cả hai lần chạy. Đúng cái lỗi mà đề tài cho là nguyên nhân đã được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sửa, nhưng điểm không nhúc nhích. Đây là bằng chứng mạnh nhất bác bỏ giả thuyết ban đầu.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64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Đề thi có 150 đề nên mỗi đề đáng 0,67 điểm. A và B chênh nhau nhiều nhất 0,6 điểm, tức đúng một đề.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E88A92"/>
                </a:solidFill>
                <a:latin typeface="Helvetica Neue"/>
              </a:rPr>
              <a:t>VÌ SAO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83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Georgia"/>
              </a:rPr>
              <a:t>Lỗi đó nặng thật, nhưng rất hiếm khi xảy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gặp cách viết đó là máy chấm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gạch, không trượt lần nào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8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0,55%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nhưng trong 4000 bài model làm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mỗi vòng, chỉ 22 bài viết kiểu đó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C94D"/>
                </a:solidFill>
                <a:latin typeface="Georgia"/>
              </a:rPr>
              <a:t>0,55%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nhân lại, đó là phần bài bị gạch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oan. Quá ít để làm tụt 20 điểm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0100" y="4350000"/>
            <a:ext cx="10591495" cy="0"/>
          </a:xfrm>
          <a:prstGeom prst="line">
            <a:avLst/>
          </a:prstGeom>
          <a:ln w="9525">
            <a:solidFill>
              <a:srgbClr val="3334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00100" y="46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Đo trực tiếp: ở vòng 0 model chưa học gì, nên A và B làm ra y hệt một bộ bài. Khác nhau duy nhất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là máy chấm nào chấm. Sửa máy chấm xong, kết quả đổi đúng 1 đề trên 150 đề.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75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C94D"/>
                </a:solidFill>
                <a:latin typeface="Helvetica Neue"/>
              </a:rPr>
              <a:t>Bài học: một lỗi nặng tới đâu cũng chỉ hại được đúng bằng số lần nó thật sự xảy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PHẠM VI 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luận thu hẹp lại, nhưng có cơ sở vững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50000"/>
            <a:ext cx="5100000" cy="31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20100" y="2150000"/>
            <a:ext cx="1200000" cy="300000"/>
          </a:xfrm>
          <a:prstGeom prst="roundRect">
            <a:avLst>
              <a:gd name="adj" fmla="val 50000"/>
            </a:avLst>
          </a:prstGeom>
          <a:solidFill>
            <a:srgbClr val="8A8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ĐÃ BỎ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100" y="2650000"/>
            <a:ext cx="47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“Máy chấm gạch nhầm theo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một kiểu cố định sẽ làm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model dở đi qua từng vòng.”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0100" y="3950000"/>
            <a:ext cx="47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Đã kiểm tra bằng thí nghiệm đối chứng,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chạy lặp hai lần. Không đúng.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100" y="1950000"/>
            <a:ext cx="5310000" cy="31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0100" y="2150000"/>
            <a:ext cx="1300000" cy="300000"/>
          </a:xfrm>
          <a:prstGeom prst="roundRect">
            <a:avLst>
              <a:gd name="adj" fmla="val 50000"/>
            </a:avLst>
          </a:prstGeom>
          <a:solidFill>
            <a:srgbClr val="017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GIỮ LẠI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0100" y="2650000"/>
            <a:ext cx="48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“Gộp nhiều bộ đề dạy chung,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rồi chấm trên chính đề đã học,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sẽ tạo ra cú tụt giả.”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0100" y="3950000"/>
            <a:ext cx="48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Kèm một lưu ý cho người sau: muốn biết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một lỗi máy chấm có hại không thì phải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đếm xem nó xảy ra bao nhiêu lần.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33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Kết luận này hẹp hơn mục tiêu ban đầu. Nhưng cái bẫy thiết kế ở đây khá phổ biến trong các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nghiên cứu cùng hướng, nên vẫn là đóng góp có ích.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ĐỀ TÀI TIẾP THEO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Lỗi máy chấm phải phổ biến tới mức nào mới gây hại?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0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Kết quả ba tuần qua cho một quy luật: tác động của lỗi máy chấm bằng mức nặng nhân tần suất.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Nhưng mới đo được một điểm trên quy luật đó — điểm mà tần suất quá thấp nên không thấy gì.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5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CÁCH LÀM: giữ nguyên vòng lặp, chỉ đổi chỗ máy chấm bị lệch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" y="2920000"/>
            <a:ext cx="5190000" cy="18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0100" y="3100000"/>
            <a:ext cx="1250000" cy="300000"/>
          </a:xfrm>
          <a:prstGeom prst="roundRect">
            <a:avLst>
              <a:gd name="adj" fmla="val 50000"/>
            </a:avLst>
          </a:prstGeom>
          <a:solidFill>
            <a:srgbClr val="8A8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ĐÃ CHẠY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100" y="3560000"/>
            <a:ext cx="24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\dfrac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0100" y="3560000"/>
            <a:ext cx="21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8A8D96"/>
                </a:solidFill>
                <a:latin typeface="Georgia"/>
              </a:rPr>
              <a:t>0,55%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100" y="412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Cách viết rất hiếm.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Không thấy ảnh hưởng gì.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100" y="2920000"/>
            <a:ext cx="5190000" cy="185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60100" y="3100000"/>
            <a:ext cx="1250000" cy="300000"/>
          </a:xfrm>
          <a:prstGeom prst="roundRect">
            <a:avLst>
              <a:gd name="adj" fmla="val 50000"/>
            </a:avLst>
          </a:prstGeom>
          <a:solidFill>
            <a:srgbClr val="017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SẼ CHẠY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0100" y="3560000"/>
            <a:ext cx="24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\boxed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0100" y="3560000"/>
            <a:ext cx="21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173B2"/>
                </a:solidFill>
                <a:latin typeface="Georgia"/>
              </a:rPr>
              <a:t>51%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0100" y="412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Cách viết model dùng thường xuyên.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Gấp khoảng 90 lần cách trên.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0100" y="5000000"/>
            <a:ext cx="10831495" cy="1180000"/>
          </a:xfrm>
          <a:prstGeom prst="roundRect">
            <a:avLst>
              <a:gd name="adj" fmla="val 4000"/>
            </a:avLst>
          </a:prstGeom>
          <a:solidFill>
            <a:srgbClr val="FD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0100" y="5180000"/>
            <a:ext cx="10351495" cy="8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16161A"/>
                </a:solidFill>
                <a:latin typeface="Helvetica Neue"/>
              </a:rPr>
              <a:t>Nếu bắt máy chấm gạch một cách viết phổ biến mà model bắt đầu tụt điểm, thì quy luật trên được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16161A"/>
                </a:solidFill>
                <a:latin typeface="Helvetica Neue"/>
              </a:rPr>
              <a:t>chứng minh bằng thực nghiệm, chứ không còn là lời giải thích cho một kết quả âm tính. Khi đó đề tài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16161A"/>
                </a:solidFill>
                <a:latin typeface="Helvetica Neue"/>
              </a:rPr>
              <a:t>có một con số dùng được: lỗi máy chấm phải phổ biến tới ngưỡng nào thì mới đáng 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CÂU HỎI CHƯA TRẢ LỜI ĐƯỢC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Thí nghiệm kiểm chứng đang chạy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Cả 7 lần chạy, điểm đều tụt khoảng 3 điểm ngay ở vòng 1 rồi đứng yên. Nhưng các công trình lớn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về tự học đều báo cáo model KHÁ LÊN. Chưa giải thích được vì sao kết quả ở đây ngược lại.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255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272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Có một khả năng đơn giản chưa loại trừ được: model này vốn đã được tinh chỉnh rất kỹ. Dạy thêm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một lượng nhỏ có thể chỉ làm nó lệch khỏi trạng thái tốt sẵn có, bất kể dạy bằng dữ liệu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37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THÍ NGHIỆM PHÂN ĐỊNH: dạy bằng lời giải mẫu của sách, thay vì bài model tự làm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khá lên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vòng lặp không sao, và cái hại đúng là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do model học từ bài của chính nó.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cũng tụt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cú tụt là do việc dạy thêm, không liên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quan tự học. Kết luận phải sửa lần nữa.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8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8D96"/>
                </a:solidFill>
                <a:latin typeface="Helvetica Neue"/>
              </a:rPr>
              <a:t>Phần code đã hoàn tất, đang chờ tới lượt GPU.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HẠN CHẾ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điểm cần lưu ý khi đọc kết quả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200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20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0100" y="219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Đề thi chỉ có 150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100" y="260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Mỗi đề đáng 0,67 điểm. Chỉ đổi cách bốc đề thi thôi là điểm vòng 0 đã lệch 4,7 điểm, lớn hơn cả hiệu ứng đang đo.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333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0100" y="353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0100" y="352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Mỗi cấu hình mới chạy 2 lần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0100" y="393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Riêng lần chạy C và các lần chạy cũ mới có 1 lần. Chưa đủ cơ sở để khẳng định về cú tụt 12,7 điểm của GSM8K.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0100" y="466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00" y="486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0100" y="485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Lần chạy mới khác lần cũ ba chỗ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0100" y="526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Bỏ gộp bộ đề, thêm đề thi riêng, giảm số đề. Nên kết luận chỉ dựa trên so sánh A với B, vì hai lần chạy đó chỉ khác nhau đúng một biến.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TÓM TẮT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quả ba tuần và hướng tiếp theo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00000"/>
            <a:ext cx="10831495" cy="146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100000"/>
            <a:ext cx="10351495" cy="11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Thí nghiệm đối chứng cho thấy giả thuyết ban đầu không đúng. Nguyên nhân đã xác định được: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lỗi của máy chấm tuy nặng nhưng chỉ xảy ra ở 0,55% số bài.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Đề tài chuyển sang cảnh báo về thiết kế đo — hẹp hơn, nhưng có cơ sở vững.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356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ĐÃ LÀM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0100" y="354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7 lần chạy, khoảng 40 giờ GPU. Phát hiện lỗi trong thiết kế đo và sửa lại.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13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0100" y="411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Giả thuyết ban đầu không đúng, và đo được nguyên nhân vì sao.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70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ĐANG CHẠY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0100" y="468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Thí nghiệm để biết cú tụt là do tự học, hay chỉ do việc dạy thêm.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27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SẮP TỚI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0100" y="525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Thí nghiệm điều khiển tần suất lỗi, để tìm ngưỡng gây hại.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" y="59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0100" y="61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8A8D96"/>
                </a:solidFill>
                <a:latin typeface="Helvetica Neue"/>
              </a:rPr>
              <a:t>Cảm ơn đã theo dõi. Rất mong nhận được góp ý.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